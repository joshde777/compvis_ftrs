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>
      <p:cViewPr varScale="1">
        <p:scale>
          <a:sx n="87" d="100"/>
          <a:sy n="87" d="100"/>
        </p:scale>
        <p:origin x="888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F36286-38F2-499D-2D67-BA2552A474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065F53A-42D7-4061-F027-C1CBE9DEB3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9581C7-5192-CDB1-EFEF-1807100705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943ECE-2836-4EA0-8CDD-A719EC035900}" type="datetimeFigureOut">
              <a:rPr lang="en-IN" smtClean="0"/>
              <a:t>08-01-2026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385200-DF9A-C66D-7CC6-500693D996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56E064-1160-2EBD-7E92-38ED1415DF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E2A337-01C1-49EE-9C97-615CC940DD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52644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457D06-9C8E-AEA3-79FC-7407580B4A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B7639B-ECF9-8E6E-1BF7-2B87E7713A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DF272E-2138-9F0E-EBC2-3F80C4BE2B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943ECE-2836-4EA0-8CDD-A719EC035900}" type="datetimeFigureOut">
              <a:rPr lang="en-IN" smtClean="0"/>
              <a:t>08-01-2026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3B4E39-8D55-B1CC-1CC8-03DDCA5A30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C52B92-0B72-A884-FB6B-A189ECD72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E2A337-01C1-49EE-9C97-615CC940DD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07157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53882B-9711-0445-E848-78002F4EE8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93ACED-8CC9-DB0E-7166-E540AF4867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40C473-802A-58F2-C23A-839C5B3375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943ECE-2836-4EA0-8CDD-A719EC035900}" type="datetimeFigureOut">
              <a:rPr lang="en-IN" smtClean="0"/>
              <a:t>08-01-2026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BF5398-A687-6E09-2E90-20A6D1FAA9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1F4415-82BA-DAE8-5DB9-EA3878CD88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E2A337-01C1-49EE-9C97-615CC940DD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02862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86AACF-3F0C-71F3-0CE7-D6FBFB1E6D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1937C5-CCA8-E6D1-A2E1-AEA188E0EB5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081E13-7DF2-8676-9488-B5CB510433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544E55-D212-FD65-8A89-6467330A57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943ECE-2836-4EA0-8CDD-A719EC035900}" type="datetimeFigureOut">
              <a:rPr lang="en-IN" smtClean="0"/>
              <a:t>08-01-2026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0ADA51-0D64-CFB7-59CA-84ECB1ADD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E2E86F-6F68-866E-6902-E66645C366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E2A337-01C1-49EE-9C97-615CC940DD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98623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D106FD-C3D7-EC3A-492E-C30CE19AE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FBF03D-6D1C-045C-738C-7F0B47CC90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DFC199-2A8C-E95D-363A-11E224DDB0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83B52FD-DE44-9328-0EA2-63A5D165C83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97010E5-D6B8-17CB-620D-FAD361AF75A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D545A08-9CA1-620E-3B40-97A83F7A50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943ECE-2836-4EA0-8CDD-A719EC035900}" type="datetimeFigureOut">
              <a:rPr lang="en-IN" smtClean="0"/>
              <a:t>08-01-2026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C18D8C0-E6C9-E425-88C3-F1D5D5A228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1654F8C-D4CE-3745-213D-3BF23F0932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E2A337-01C1-49EE-9C97-615CC940DD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9685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078F95-3E21-FA10-62ED-EBFF51AEB6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AD6079C-2BE0-5318-7880-86DA90089E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943ECE-2836-4EA0-8CDD-A719EC035900}" type="datetimeFigureOut">
              <a:rPr lang="en-IN" smtClean="0"/>
              <a:t>08-01-2026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1F3E0E9-E254-F10C-F748-D086559865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99DC2BB-4415-38E3-B1B1-8F730BA383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E2A337-01C1-49EE-9C97-615CC940DD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18227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FF135C1-482E-86B3-820F-12E08E2D89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943ECE-2836-4EA0-8CDD-A719EC035900}" type="datetimeFigureOut">
              <a:rPr lang="en-IN" smtClean="0"/>
              <a:t>08-01-2026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789620F-D143-EF50-9250-69525A66B8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0EB68A-F6C7-F675-EC43-7AEF5B900D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E2A337-01C1-49EE-9C97-615CC940DD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21410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E6E600-20E2-5CF0-98E4-75A982CFF4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A73B22-F07A-61D9-0003-742F6B755A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F6C8A6-D2E4-41C9-999B-82A69A2870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AAD9C2-1002-3397-3278-E7954088BC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943ECE-2836-4EA0-8CDD-A719EC035900}" type="datetimeFigureOut">
              <a:rPr lang="en-IN" smtClean="0"/>
              <a:t>08-01-2026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DFC397-548C-F842-6D13-1D943B50A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15B049-980D-E4FD-3E4B-BBB5CB2E37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E2A337-01C1-49EE-9C97-615CC940DD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70875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196B48-C238-6DAE-792A-5BAAC89D4C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EE48383-B0C2-F738-45B2-6032D26BB92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5BEB20-F1B4-1748-AFA8-0A70184F58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11CC30-D16A-0DBF-2CAC-9FFB60D0B6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943ECE-2836-4EA0-8CDD-A719EC035900}" type="datetimeFigureOut">
              <a:rPr lang="en-IN" smtClean="0"/>
              <a:t>08-01-2026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B1E41F-8C7F-DB99-FBF6-07DC835E9A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F62482-478B-6A56-3FE5-DAD0D4DF29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E2A337-01C1-49EE-9C97-615CC940DD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25456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4A0B58-2B9D-06B8-6333-A431FE7899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884250-438F-05E6-930C-558528FEF2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4793BC-B5C3-1C57-E894-941F9C25B9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943ECE-2836-4EA0-8CDD-A719EC035900}" type="datetimeFigureOut">
              <a:rPr lang="en-IN" smtClean="0"/>
              <a:t>08-01-2026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D6C9BF-C9F2-5B0D-78AC-E87EAAD13C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825020-E4B6-7C1B-5518-FBE9E89A24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E2A337-01C1-49EE-9C97-615CC940DD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7874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D4C144A-6BE2-F123-341F-6090AE3AF5A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38F747-AF99-E95B-0497-B6218C474A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96BFCD-804C-149D-DF2F-924555F481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943ECE-2836-4EA0-8CDD-A719EC035900}" type="datetimeFigureOut">
              <a:rPr lang="en-IN" smtClean="0"/>
              <a:t>08-01-2026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E5B974-F26A-7516-86F0-28FE1B0224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F1CC8C-CDB9-4D8B-D3C5-2F6A76F684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E2A337-01C1-49EE-9C97-615CC940DD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81269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DBA8E3C-F466-837F-67D7-FB8DEA6951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FEEE86-EE03-C055-89AD-40A535F355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24D9D5-8705-B669-2F1D-9022E74D680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943ECE-2836-4EA0-8CDD-A719EC035900}" type="datetimeFigureOut">
              <a:rPr lang="en-IN" smtClean="0"/>
              <a:t>08-01-2026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895FF4-0D4A-1081-588A-3CB0983B6B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600FD6-864B-293F-EEF1-D75500879F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E2A337-01C1-49EE-9C97-615CC940DD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4993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B678B4-9158-E8E9-3015-7230800DF4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50634"/>
            <a:ext cx="9144000" cy="1059371"/>
          </a:xfrm>
        </p:spPr>
        <p:txBody>
          <a:bodyPr>
            <a:normAutofit/>
          </a:bodyPr>
          <a:lstStyle/>
          <a:p>
            <a:r>
              <a:rPr lang="en-IN" sz="2400" dirty="0"/>
              <a:t>YOLOv8/v11 Architecture</a:t>
            </a:r>
            <a:br>
              <a:rPr lang="en-IN" sz="2400" dirty="0"/>
            </a:br>
            <a:endParaRPr lang="en-IN" sz="2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AACDBE6-353C-6621-146D-78BC44C9DD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509889"/>
            <a:ext cx="9144000" cy="4422737"/>
          </a:xfrm>
        </p:spPr>
        <p:txBody>
          <a:bodyPr>
            <a:normAutofit/>
          </a:bodyPr>
          <a:lstStyle/>
          <a:p>
            <a:pPr marL="457200" indent="-457200" algn="l">
              <a:buAutoNum type="arabicPeriod"/>
            </a:pPr>
            <a:r>
              <a:rPr lang="en-IN" sz="1600" dirty="0"/>
              <a:t>Backbone – Feature extraction</a:t>
            </a:r>
            <a:endParaRPr lang="en-IN" dirty="0"/>
          </a:p>
          <a:p>
            <a:pPr algn="l"/>
            <a:r>
              <a:rPr lang="en-IN" sz="1800" dirty="0"/>
              <a:t>         </a:t>
            </a:r>
            <a:r>
              <a:rPr lang="en-IN" sz="1600" dirty="0"/>
              <a:t>-</a:t>
            </a:r>
            <a:r>
              <a:rPr lang="en-GB" sz="1600" dirty="0"/>
              <a:t>The C2F block (Cross-Stage Partial with 2F connections) is an enhanced feature extraction block designed to improve gradient flow, feature reuse, and computational efficiency.</a:t>
            </a:r>
            <a:endParaRPr lang="en-IN" sz="1600" dirty="0"/>
          </a:p>
          <a:p>
            <a:pPr algn="l"/>
            <a:r>
              <a:rPr lang="en-IN" sz="1600" dirty="0"/>
              <a:t>          -</a:t>
            </a:r>
            <a:r>
              <a:rPr lang="en-IN" sz="1600" dirty="0" err="1"/>
              <a:t>CSPDarknet</a:t>
            </a:r>
            <a:r>
              <a:rPr lang="en-IN" sz="1600" dirty="0"/>
              <a:t>  is </a:t>
            </a:r>
            <a:r>
              <a:rPr lang="en-GB" sz="1600" dirty="0"/>
              <a:t>Inspired by VGG and </a:t>
            </a:r>
            <a:r>
              <a:rPr lang="en-GB" sz="1600" dirty="0" err="1"/>
              <a:t>ResNet</a:t>
            </a:r>
            <a:r>
              <a:rPr lang="en-GB" sz="1600" dirty="0"/>
              <a:t>, but optimized for speed.</a:t>
            </a:r>
          </a:p>
          <a:p>
            <a:pPr algn="l">
              <a:spcBef>
                <a:spcPts val="0"/>
              </a:spcBef>
            </a:pPr>
            <a:r>
              <a:rPr lang="en-GB" sz="1600" dirty="0"/>
              <a:t>Consists of 3x3 and 1x1 convolutional layers arranged sequentially</a:t>
            </a:r>
            <a:r>
              <a:rPr lang="en-GB" dirty="0"/>
              <a:t>.</a:t>
            </a:r>
          </a:p>
          <a:p>
            <a:pPr algn="l">
              <a:spcBef>
                <a:spcPts val="0"/>
              </a:spcBef>
            </a:pPr>
            <a:endParaRPr lang="en-GB" dirty="0"/>
          </a:p>
          <a:p>
            <a:pPr algn="l">
              <a:spcBef>
                <a:spcPts val="0"/>
              </a:spcBef>
            </a:pPr>
            <a:r>
              <a:rPr lang="en-GB" sz="1600" dirty="0"/>
              <a:t>2. Neck – Feature Fusion</a:t>
            </a:r>
          </a:p>
          <a:p>
            <a:pPr algn="l">
              <a:spcBef>
                <a:spcPts val="0"/>
              </a:spcBef>
            </a:pPr>
            <a:r>
              <a:rPr lang="en-GB" sz="1600" dirty="0"/>
              <a:t>            - SPPF </a:t>
            </a:r>
            <a:r>
              <a:rPr lang="en-IN" sz="1600" dirty="0"/>
              <a:t>(Spatial Pyramid Pooling - Fast) - </a:t>
            </a:r>
            <a:r>
              <a:rPr lang="en-GB" sz="1600" dirty="0"/>
              <a:t>This technique involves a convolution followed by three max-pooling layers, concatenation, and another convolution. I understand that SPPF is designed to detect objects at different scales with lower computational cost compared to its predecessor, SPP.</a:t>
            </a:r>
            <a:endParaRPr lang="en-IN" sz="1600" dirty="0"/>
          </a:p>
          <a:p>
            <a:pPr algn="l">
              <a:spcBef>
                <a:spcPts val="0"/>
              </a:spcBef>
            </a:pPr>
            <a:endParaRPr lang="en-GB" sz="1600" dirty="0"/>
          </a:p>
          <a:p>
            <a:pPr algn="l">
              <a:spcBef>
                <a:spcPts val="0"/>
              </a:spcBef>
            </a:pPr>
            <a:r>
              <a:rPr lang="en-GB" sz="1600" dirty="0"/>
              <a:t>             - PAN (Path Aggregation Network)</a:t>
            </a:r>
          </a:p>
          <a:p>
            <a:br>
              <a:rPr lang="en-GB" sz="1600" dirty="0"/>
            </a:b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35794798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CD4618-F047-AE44-0C1C-E8ADB5E635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DEB283-46FF-F015-7EE9-83ACA3DFEC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Most of the stuff in the project is pre-processing.</a:t>
            </a:r>
          </a:p>
        </p:txBody>
      </p:sp>
    </p:spTree>
    <p:extLst>
      <p:ext uri="{BB962C8B-B14F-4D97-AF65-F5344CB8AC3E}">
        <p14:creationId xmlns:p14="http://schemas.microsoft.com/office/powerpoint/2010/main" val="39682842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141</Words>
  <Application>Microsoft Office PowerPoint</Application>
  <PresentationFormat>Widescreen</PresentationFormat>
  <Paragraphs>12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YOLOv8/v11 Architecture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Viraj Bhor</dc:creator>
  <cp:lastModifiedBy>Viraj Bhor</cp:lastModifiedBy>
  <cp:revision>1</cp:revision>
  <dcterms:created xsi:type="dcterms:W3CDTF">2026-01-08T20:27:51Z</dcterms:created>
  <dcterms:modified xsi:type="dcterms:W3CDTF">2026-01-08T20:29:02Z</dcterms:modified>
</cp:coreProperties>
</file>