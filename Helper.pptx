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36286-38F2-499D-2D67-BA2552A47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65F53A-42D7-4061-F027-C1CBE9DEB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581C7-5192-CDB1-EFEF-180710070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85200-DF9A-C66D-7CC6-500693D99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6E064-1160-2EBD-7E92-38ED1415D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264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7D06-9C8E-AEA3-79FC-7407580B4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7639B-ECF9-8E6E-1BF7-2B87E7713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F272E-2138-9F0E-EBC2-3F80C4BE2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B4E39-8D55-B1CC-1CC8-03DDCA5A3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52B92-0B72-A884-FB6B-A189ECD72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0715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882B-9711-0445-E848-78002F4EE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3ACED-8CC9-DB0E-7166-E540AF486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0C473-802A-58F2-C23A-839C5B337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F5398-A687-6E09-2E90-20A6D1FAA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F4415-82BA-DAE8-5DB9-EA3878CD8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0286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6AACF-3F0C-71F3-0CE7-D6FBFB1E6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937C5-CCA8-E6D1-A2E1-AEA188E0EB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081E13-7DF2-8676-9488-B5CB51043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544E55-D212-FD65-8A89-6467330A5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0ADA51-0D64-CFB7-59CA-84ECB1AD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E2E86F-6F68-866E-6902-E66645C3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9862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106FD-C3D7-EC3A-492E-C30CE19A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FBF03D-6D1C-045C-738C-7F0B47CC9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DFC199-2A8C-E95D-363A-11E224DDB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3B52FD-DE44-9328-0EA2-63A5D165C8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7010E5-D6B8-17CB-620D-FAD361AF75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545A08-9CA1-620E-3B40-97A83F7A5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18D8C0-E6C9-E425-88C3-F1D5D5A22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654F8C-D4CE-3745-213D-3BF23F093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968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78F95-3E21-FA10-62ED-EBFF51AEB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D6079C-2BE0-5318-7880-86DA9008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F3E0E9-E254-F10C-F748-D0865598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9DC2BB-4415-38E3-B1B1-8F730BA38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18227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F135C1-482E-86B3-820F-12E08E2D8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89620F-D143-EF50-9250-69525A66B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EB68A-F6C7-F675-EC43-7AEF5B900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2141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6E600-20E2-5CF0-98E4-75A982CFF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73B22-F07A-61D9-0003-742F6B755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6C8A6-D2E4-41C9-999B-82A69A287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AAD9C2-1002-3397-3278-E7954088B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FC397-548C-F842-6D13-1D943B50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15B049-980D-E4FD-3E4B-BBB5CB2E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7087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96B48-C238-6DAE-792A-5BAAC89D4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E48383-B0C2-F738-45B2-6032D26BB9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5BEB20-F1B4-1748-AFA8-0A70184F5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1CC30-D16A-0DBF-2CAC-9FFB60D0B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B1E41F-8C7F-DB99-FBF6-07DC835E9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62482-478B-6A56-3FE5-DAD0D4DF2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2545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A0B58-2B9D-06B8-6333-A431FE789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884250-438F-05E6-930C-558528FEF2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793BC-B5C3-1C57-E894-941F9C25B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6C9BF-C9F2-5B0D-78AC-E87EAAD13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25020-E4B6-7C1B-5518-FBE9E89A2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874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4C144A-6BE2-F123-341F-6090AE3AF5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38F747-AF99-E95B-0497-B6218C474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6BFCD-804C-149D-DF2F-924555F48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5B974-F26A-7516-86F0-28FE1B022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1CC8C-CDB9-4D8B-D3C5-2F6A76F6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12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BA8E3C-F466-837F-67D7-FB8DEA695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EEE86-EE03-C055-89AD-40A535F35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4D9D5-8705-B669-2F1D-9022E74D68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95FF4-0D4A-1081-588A-3CB0983B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00FD6-864B-293F-EEF1-D75500879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499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678B4-9158-E8E9-3015-7230800DF4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50634"/>
            <a:ext cx="9144000" cy="1059371"/>
          </a:xfrm>
        </p:spPr>
        <p:txBody>
          <a:bodyPr>
            <a:normAutofit/>
          </a:bodyPr>
          <a:lstStyle/>
          <a:p>
            <a:r>
              <a:rPr lang="en-IN" sz="2400" dirty="0"/>
              <a:t>YOLOv8/v11 Architecture</a:t>
            </a:r>
            <a:br>
              <a:rPr lang="en-IN" sz="2400" dirty="0"/>
            </a:br>
            <a:endParaRPr lang="en-IN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CDBE6-353C-6621-146D-78BC44C9DD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509889"/>
            <a:ext cx="9144000" cy="4422737"/>
          </a:xfrm>
        </p:spPr>
        <p:txBody>
          <a:bodyPr>
            <a:normAutofit/>
          </a:bodyPr>
          <a:lstStyle/>
          <a:p>
            <a:pPr marL="457200" indent="-457200" algn="l">
              <a:buAutoNum type="arabicPeriod"/>
            </a:pPr>
            <a:r>
              <a:rPr lang="en-IN" sz="1600" dirty="0"/>
              <a:t>Backbone – Feature extraction</a:t>
            </a:r>
            <a:endParaRPr lang="en-IN" dirty="0"/>
          </a:p>
          <a:p>
            <a:pPr algn="l">
              <a:spcBef>
                <a:spcPts val="0"/>
              </a:spcBef>
            </a:pPr>
            <a:r>
              <a:rPr lang="en-IN" sz="1800" dirty="0"/>
              <a:t>         </a:t>
            </a:r>
            <a:r>
              <a:rPr lang="en-IN" sz="1600" dirty="0"/>
              <a:t>-</a:t>
            </a:r>
            <a:r>
              <a:rPr lang="en-GB" sz="1600" dirty="0"/>
              <a:t>The C2F block (Cross-Stage Partial with 2F connections) is an enhanced feature extraction block designed to improve gradient flow, feature reuse, and computational efficiency.</a:t>
            </a:r>
            <a:endParaRPr lang="en-IN" sz="1600" dirty="0"/>
          </a:p>
          <a:p>
            <a:pPr algn="l">
              <a:spcBef>
                <a:spcPts val="0"/>
              </a:spcBef>
            </a:pPr>
            <a:r>
              <a:rPr lang="en-IN" sz="1600" dirty="0"/>
              <a:t>          -</a:t>
            </a:r>
            <a:r>
              <a:rPr lang="en-IN" sz="1600" dirty="0" err="1"/>
              <a:t>CSPDarknet</a:t>
            </a:r>
            <a:r>
              <a:rPr lang="en-IN" sz="1600" dirty="0"/>
              <a:t>  is </a:t>
            </a:r>
            <a:r>
              <a:rPr lang="en-GB" sz="1600" dirty="0"/>
              <a:t>Inspired by VGG and </a:t>
            </a:r>
            <a:r>
              <a:rPr lang="en-GB" sz="1600" dirty="0" err="1"/>
              <a:t>ResNet</a:t>
            </a:r>
            <a:r>
              <a:rPr lang="en-GB" sz="1600" dirty="0"/>
              <a:t>, but optimized for speed.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GB" sz="1600" dirty="0"/>
              <a:t>           -Consists of 3x3 and 1x1 convolutional layers arranged sequentially.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GB" sz="1600" dirty="0"/>
              <a:t>           -Extracts features at multiple scales (P3, P4, P5).</a:t>
            </a:r>
            <a:endParaRPr lang="en-GB" sz="1400" dirty="0"/>
          </a:p>
          <a:p>
            <a:pPr algn="l">
              <a:spcBef>
                <a:spcPts val="0"/>
              </a:spcBef>
            </a:pPr>
            <a:endParaRPr lang="en-GB" sz="1600" dirty="0"/>
          </a:p>
          <a:p>
            <a:pPr algn="l">
              <a:spcBef>
                <a:spcPts val="0"/>
              </a:spcBef>
            </a:pPr>
            <a:r>
              <a:rPr lang="en-GB" sz="1600" dirty="0"/>
              <a:t>2. Neck – Feature Fusion</a:t>
            </a:r>
          </a:p>
          <a:p>
            <a:pPr algn="l">
              <a:spcBef>
                <a:spcPts val="0"/>
              </a:spcBef>
            </a:pPr>
            <a:r>
              <a:rPr lang="en-GB" sz="1600" dirty="0"/>
              <a:t>            - SPPF </a:t>
            </a:r>
            <a:r>
              <a:rPr lang="en-IN" sz="1600" dirty="0"/>
              <a:t>(Spatial Pyramid Pooling - Fast) - </a:t>
            </a:r>
            <a:r>
              <a:rPr lang="en-GB" sz="1600" dirty="0"/>
              <a:t>This technique involves a convolution followed by three max-pooling layers, concatenation, and another convolution. I understand that SPPF is designed to detect objects at different scales with lower computational cost compared to its predecessor, SPP.</a:t>
            </a:r>
          </a:p>
          <a:p>
            <a:pPr algn="l">
              <a:spcBef>
                <a:spcPts val="0"/>
              </a:spcBef>
            </a:pPr>
            <a:r>
              <a:rPr lang="en-GB" sz="1600" dirty="0"/>
              <a:t>             - PAN (Path Aggregation Network) - PAN is mainly incorporated in the model to enhance the process of instance segmentation by preserving spatial information.</a:t>
            </a:r>
          </a:p>
          <a:p>
            <a:pPr algn="l">
              <a:spcBef>
                <a:spcPts val="0"/>
              </a:spcBef>
            </a:pPr>
            <a:r>
              <a:rPr lang="en-GB" sz="1600" dirty="0"/>
              <a:t>              -Fuses features from different scales.</a:t>
            </a:r>
          </a:p>
          <a:p>
            <a:pPr algn="l">
              <a:spcBef>
                <a:spcPts val="0"/>
              </a:spcBef>
            </a:pPr>
            <a:endParaRPr lang="en-GB" sz="1600" dirty="0"/>
          </a:p>
          <a:p>
            <a:pPr algn="l">
              <a:spcBef>
                <a:spcPts val="0"/>
              </a:spcBef>
            </a:pPr>
            <a:r>
              <a:rPr lang="en-GB" sz="1600" dirty="0"/>
              <a:t>3. HEAD (Detection)</a:t>
            </a:r>
          </a:p>
          <a:p>
            <a:pPr algn="l">
              <a:spcBef>
                <a:spcPts val="0"/>
              </a:spcBef>
            </a:pPr>
            <a:endParaRPr lang="en-GB" sz="1600" dirty="0"/>
          </a:p>
          <a:p>
            <a:pPr algn="l">
              <a:spcBef>
                <a:spcPts val="0"/>
              </a:spcBef>
            </a:pPr>
            <a:br>
              <a:rPr lang="en-GB" sz="1600" dirty="0"/>
            </a:b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579479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D4618-F047-AE44-0C1C-E8ADB5E63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EB283-46FF-F015-7EE9-83ACA3DFE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Most of the stuff in the project is pre-processing.</a:t>
            </a:r>
          </a:p>
          <a:p>
            <a:r>
              <a:rPr lang="en-IN" dirty="0"/>
              <a:t>Image size is 640x640</a:t>
            </a:r>
          </a:p>
        </p:txBody>
      </p:sp>
    </p:spTree>
    <p:extLst>
      <p:ext uri="{BB962C8B-B14F-4D97-AF65-F5344CB8AC3E}">
        <p14:creationId xmlns:p14="http://schemas.microsoft.com/office/powerpoint/2010/main" val="3968284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E650C-BBAB-0F16-D816-038395BEF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Josh’s stuff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3534-38CB-7910-C6CD-D5E930A5F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SPPF: </a:t>
            </a:r>
            <a:r>
              <a:rPr lang="en-IN" dirty="0"/>
              <a:t>Spatial Pyramid Pooling - Fast - </a:t>
            </a:r>
            <a:r>
              <a:rPr lang="en-GB" sz="1800" dirty="0"/>
              <a:t>This technique involves a convolution followed by three max-pooling layers, concatenation, and another convolution. I understand that SPPF is designed to detect objects at different scales with lower computational cost compared to its predecessor, SPP.</a:t>
            </a:r>
            <a:endParaRPr lang="en-DE" sz="1800" dirty="0"/>
          </a:p>
          <a:p>
            <a:r>
              <a:rPr lang="en-IN" dirty="0"/>
              <a:t>Kalman filter :</a:t>
            </a:r>
            <a:r>
              <a:rPr lang="en-DE" dirty="0"/>
              <a:t> (a.k.a. ‘linear quadratic estimation’) – </a:t>
            </a:r>
            <a:r>
              <a:rPr lang="en-DE" sz="1800" dirty="0"/>
              <a:t>mean square error minimizing algorithm to estimate values of unknown variables (in this case object movement between frames) using measurements observed over time including inaccuracies.</a:t>
            </a:r>
            <a:endParaRPr lang="en-IN" sz="1800" dirty="0"/>
          </a:p>
          <a:p>
            <a:r>
              <a:rPr lang="en-IN" dirty="0"/>
              <a:t>Hungarian algorithm :</a:t>
            </a:r>
            <a:r>
              <a:rPr lang="en-DE" dirty="0"/>
              <a:t> (a.k.a. Kuhn-Munkres Algorithm) </a:t>
            </a:r>
            <a:r>
              <a:rPr lang="en-DE" sz="1800" dirty="0"/>
              <a:t>combinatorial optimization algorithm, matching items to their minimal/maximal cost in polynomial time (O(n^4));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49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325</Words>
  <Application>Microsoft Office PowerPoint</Application>
  <PresentationFormat>Widescreen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YOLOv8/v11 Architecture </vt:lpstr>
      <vt:lpstr>PowerPoint Presentation</vt:lpstr>
      <vt:lpstr>Josh’s stuff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Viraj Bhor</dc:creator>
  <cp:lastModifiedBy>Joshua O'Donnell</cp:lastModifiedBy>
  <cp:revision>11</cp:revision>
  <dcterms:created xsi:type="dcterms:W3CDTF">2026-01-08T20:27:51Z</dcterms:created>
  <dcterms:modified xsi:type="dcterms:W3CDTF">2026-01-08T21:44:23Z</dcterms:modified>
</cp:coreProperties>
</file>