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0415-9544-CC86-ED2D-31AC899B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AF441-A507-6BBA-533F-54F6C8841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FE47A-ACC4-88D9-F54D-D913332C8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6ED38-C3AE-BB42-101C-D1C238DB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D8D16-7914-706A-FCB8-A307A8F8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339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D530-97E9-40C8-7700-668BED29B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B3D19-6ED3-1A61-853A-5C917C868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F4D16-32A4-502D-1443-B7FCADA8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F4-9837-9C22-13AE-89C24460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03461-3781-DF27-6EB7-487D5C8F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02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39EB-46CF-910F-EBA8-C7CB7C1FE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A1C57-F48E-22A0-D5CA-3EF9719D2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5CFBE-0FF3-894E-2173-F611C653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3C3AB-6C4B-A8D0-11A4-E8E38B76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A1D0C-563A-9C54-C533-3842E9B5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85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7830-9960-179F-B583-161B45F5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DABF5-C653-8456-7AAD-D5E4EE602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E1734-BDEC-80EC-F515-7137BE517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0ADB8-ED40-12E2-9680-71CFAF7D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CB362-EDC4-0B4F-4C88-7AE9E01DF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EFDE5-F364-13D5-2CE1-D18E211A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28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F488-8566-F77A-AFAC-BB7292A93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DB4A2-691A-0619-60A6-BDAA02131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AAE4F-6DD8-3D88-D851-EE8388EEB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7A9B61-FBBD-E577-A569-1A474F954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A671F-DDBC-43BA-4B3D-61987A50A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3736A-7DB9-CCA9-95ED-A9EEDE4D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9E903-39B2-0893-EA48-DEE5E54C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7B978-161A-CFEE-4C1B-6BBD61E6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18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0245-B722-1179-AE98-DA40A4D6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CE754-1767-FFE8-D9E2-EA79E0D2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425B4-F44E-6A9B-5765-A24B8051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4CB39-B557-8692-9D89-C9FAF87B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25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E0A9C4-E41C-B819-68F6-FB367B95C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D5B685-6510-DB3A-5CE3-C3ACF85B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C6FA-D144-238E-BA97-AF4F5BA3E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77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34AE-CA06-B9B8-CCBE-6CF4FA814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AB587-C336-9693-B5ED-A00871ED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C55C1-8ED7-3823-D18D-676C00FC6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B6D53-C917-F7C7-4173-9440B2C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A9951-6305-8129-789F-EA29ED26B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C0F00-0474-8C17-42F1-A6CCFDBA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035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097F2-F605-7D87-02C8-825823E4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37E6C-E4D5-904C-BD10-294697132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1E622-69E4-32D4-4BC8-6774CAFB8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19A58-A114-A47B-02A9-4CECDDCA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A95FE-DF17-38E0-38D2-62A7F06E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665B3-83BB-3236-1424-C6D52712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111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C970-8B91-EBBC-33C9-41D8D0D2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1DAE3-21F8-F1F5-509E-DA19984B3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D8AC2-0B11-B559-DDA2-950544131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0CCB3-642F-2308-11C5-29841499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ED960-C520-6F6C-5872-E961462E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63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154B3-F3CE-766D-8DF8-0DD259660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7B129-1BC2-CD7D-3579-939C1DDA9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C5049-6156-4303-932D-A491E296F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E835D-957F-5287-0CF9-C5D07983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5014A-AFC9-A5B7-71AB-4889F630B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03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98707-FFAA-D2B4-C80E-4E022A82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136E0-6C04-F50A-C1FE-7E4F81D0F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756DC-85FD-05C2-A775-F3ADE055A4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8DCFE-D09E-4FDA-B4CD-86E47F2DD337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CFD3-7FD8-A233-7890-C4628FCAE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B9C88-A732-38F2-CF43-30962A47C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17AA6-8742-435B-A3B6-1308A91E2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73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universe.roboflow.com/football-analyst/football-analyst-v2/dataset/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F245-0599-E480-AB54-AF857CE154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Football Tactical Recognition Software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016A1-B450-4091-61BD-ED0031C55D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CS7GV1 – Computer Vision final project presentation</a:t>
            </a:r>
          </a:p>
          <a:p>
            <a:r>
              <a:rPr lang="en-DE" dirty="0"/>
              <a:t>Viraj </a:t>
            </a:r>
            <a:r>
              <a:rPr lang="en-DE" dirty="0" err="1"/>
              <a:t>Bhor</a:t>
            </a:r>
            <a:r>
              <a:rPr lang="en-DE" dirty="0"/>
              <a:t> – 25358463</a:t>
            </a:r>
          </a:p>
          <a:p>
            <a:r>
              <a:rPr lang="en-DE" dirty="0"/>
              <a:t>Joshua O’Donnell - 25353241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840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3C56-7DCE-6998-B946-2AF39247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Presentation 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CCB3D-7235-FF99-F52D-4D3CB15A5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Output showcase</a:t>
            </a:r>
          </a:p>
          <a:p>
            <a:r>
              <a:rPr lang="en-DE" dirty="0"/>
              <a:t>General Program Structure</a:t>
            </a:r>
          </a:p>
          <a:p>
            <a:r>
              <a:rPr lang="en-DE" dirty="0"/>
              <a:t>Low-level descriptions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3137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5221-DFE5-7331-A91F-0877A8D5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Output Showcase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6686-EAD1-1A35-B22D-5265FF1FC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Dataset used: </a:t>
            </a:r>
            <a:r>
              <a:rPr lang="en-GB" dirty="0">
                <a:hlinkClick r:id="rId2"/>
              </a:rPr>
              <a:t>https://universe.roboflow.com/football-analyst/football-analyst-v2/dataset/4</a:t>
            </a:r>
            <a:r>
              <a:rPr lang="en-DE" dirty="0"/>
              <a:t> (Pre-trained model; weights not made available)</a:t>
            </a:r>
          </a:p>
          <a:p>
            <a:r>
              <a:rPr lang="en-DE" dirty="0"/>
              <a:t>Trained using YOLO-NAS models for player detection and tracking.</a:t>
            </a:r>
          </a:p>
          <a:p>
            <a:r>
              <a:rPr lang="en-DE" dirty="0"/>
              <a:t>4 labels: “goalkeeper”, “player”, “referee”, “ball”. </a:t>
            </a:r>
          </a:p>
          <a:p>
            <a:r>
              <a:rPr lang="en-DE" dirty="0"/>
              <a:t>Total dataset size: 8412 images split into training (7744 </a:t>
            </a:r>
            <a:r>
              <a:rPr lang="en-DE" dirty="0" err="1"/>
              <a:t>img</a:t>
            </a:r>
            <a:r>
              <a:rPr lang="en-DE" dirty="0"/>
              <a:t>)-validation (560 </a:t>
            </a:r>
            <a:r>
              <a:rPr lang="en-DE" dirty="0" err="1"/>
              <a:t>img</a:t>
            </a:r>
            <a:r>
              <a:rPr lang="en-DE" dirty="0"/>
              <a:t>)-test (108 </a:t>
            </a:r>
            <a:r>
              <a:rPr lang="en-DE" dirty="0" err="1"/>
              <a:t>img</a:t>
            </a:r>
            <a:r>
              <a:rPr lang="en-DE" dirty="0"/>
              <a:t>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633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D484-651C-CC21-5DBB-C8EE0F17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General Program 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FFA3A-2BB1-61C3-7A4B-7E0F7D13A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050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108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Football Tactical Recognition Software</vt:lpstr>
      <vt:lpstr>Presentation Structure</vt:lpstr>
      <vt:lpstr>Output Showcase</vt:lpstr>
      <vt:lpstr>General Program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O'Donnell</dc:creator>
  <cp:lastModifiedBy>Joshua O'Donnell</cp:lastModifiedBy>
  <cp:revision>5</cp:revision>
  <dcterms:created xsi:type="dcterms:W3CDTF">2026-01-08T17:11:31Z</dcterms:created>
  <dcterms:modified xsi:type="dcterms:W3CDTF">2026-01-08T18:17:47Z</dcterms:modified>
</cp:coreProperties>
</file>